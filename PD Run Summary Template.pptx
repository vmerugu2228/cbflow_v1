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5001-9937-3690-E46F-49E230E72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F3D0B-37D7-96EF-30C1-DE8AB685F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16E5-6620-284E-F1CA-60508418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82AE1-AB00-61D0-77F0-DC3C9436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3D0E1-D49E-0F1C-78D7-EFA8F53B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5076-81D8-969F-FC52-86418DD6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E2126-E343-EDBD-179E-5C4A6EC6C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94E65-062C-1FCD-EAA4-1DD31D9A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EBB6-ADBF-BA75-D320-ACC2E9BD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D044-36F0-5079-3EB9-BFAA9B61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4307-6998-68E8-6132-393C8EB4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FAAB6-3AA5-BD8D-1C84-AE490A955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B4044-DCBA-3853-06CF-75B271EF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8EDF-E1EB-4B93-4300-B586167D8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4D976-BF77-F3CE-CB96-E481BC4D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99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4A08-F6C0-FB95-45AA-AEB46481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AB50-F151-A5ED-458C-56578322D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CBF93-E1A4-9A91-B6FB-ED88E79A0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88A93-A6E3-B713-9BE0-EC285879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EB33A-B5D5-8FC5-64A7-5804F66C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C35E3-D91C-3BAB-AF68-A8C140FE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1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2524-5990-ECEE-9793-2A4B658E4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94C1C-B90C-0B4B-6327-D21D3D581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F01A4-93A7-634E-92C2-1AB065261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1C8E7-E58A-E113-A749-F81959A2B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EEE07-C299-0680-8AE5-50D4DF23E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87445-C628-F022-C03E-A52D0734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0D2F9-9D03-1031-1736-B9CE17A9F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0B665-5BE2-F508-C33B-363D07B1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2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3855-18E4-434A-7E95-F11E2E39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FFDFE-660C-8796-44B5-A794CAA7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909F4-8A8D-2AEF-B14E-5152B0E4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63EF3-A555-56FB-E376-36B3FE97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569FC-683E-C8BF-C2B6-D352C706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A020A-88A2-0952-EA78-989A6267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48A6F-77AC-5289-3B77-246D1A04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9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4CD9-EC3E-7C31-DAB3-36F910E3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3ABF-2DA0-5C3C-09CD-7975DC6C7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12B22-ED74-B39E-A85D-D2B5DB016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586A7-8261-9C58-8967-76E8513F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55AD1-7518-22BF-7919-F4ABA4A8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D4D19-99C2-7D90-778A-345BC8BC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41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AF48-B014-2F33-B527-1F637EB3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A4F55-1E5F-C800-34AC-D68967BEB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02E7F-855F-C551-6DEE-B641C3C4A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821EE-D662-6A43-3AAA-D73D61A5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473F0-D2D2-1F39-A20F-783FCA0B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4EB46-A296-DC75-16C2-D7B76054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8C0D-15A4-A230-1AAA-4E37E10B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FDD31-8AF0-86EF-2124-A789506E3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6D770-1518-36A0-FDE0-E3C3961D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FCE6-04A7-2BFE-0155-6EC479DB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0325B-A433-C3D7-DC76-58E925E3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5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AB3A5F-A920-6A8D-359E-BE97AC019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16364-357A-F684-12BA-56BBDAD50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EB630-4723-7F8E-0BA6-CF53975E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8EC8F-F14A-07D3-D03E-1E7773B5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C129A-76D1-D34D-A2B0-3E7D0DA6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1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8CA18-312A-1292-44A8-870CE04B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48E47-775A-0059-45F2-31CC3E266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FBA11-D940-ACCE-B93D-50B875830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208D6-C931-4D47-B5A1-DAA7F58FBC14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02B1E-AD04-704A-F2BF-52924F892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7B23-1DC9-0BF4-F656-9537806DB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4B485-4F8A-4286-B155-9D9F9287D1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0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584BE-C49D-83ED-99A4-71B2FAB14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086191"/>
              </p:ext>
            </p:extLst>
          </p:nvPr>
        </p:nvGraphicFramePr>
        <p:xfrm>
          <a:off x="125134" y="933334"/>
          <a:ext cx="11816588" cy="2086582"/>
        </p:xfrm>
        <a:graphic>
          <a:graphicData uri="http://schemas.openxmlformats.org/drawingml/2006/table">
            <a:tbl>
              <a:tblPr/>
              <a:tblGrid>
                <a:gridCol w="1003888">
                  <a:extLst>
                    <a:ext uri="{9D8B030D-6E8A-4147-A177-3AD203B41FA5}">
                      <a16:colId xmlns:a16="http://schemas.microsoft.com/office/drawing/2014/main" val="3500140335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3667983300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2624084543"/>
                    </a:ext>
                  </a:extLst>
                </a:gridCol>
                <a:gridCol w="470572">
                  <a:extLst>
                    <a:ext uri="{9D8B030D-6E8A-4147-A177-3AD203B41FA5}">
                      <a16:colId xmlns:a16="http://schemas.microsoft.com/office/drawing/2014/main" val="3590999762"/>
                    </a:ext>
                  </a:extLst>
                </a:gridCol>
                <a:gridCol w="428743">
                  <a:extLst>
                    <a:ext uri="{9D8B030D-6E8A-4147-A177-3AD203B41FA5}">
                      <a16:colId xmlns:a16="http://schemas.microsoft.com/office/drawing/2014/main" val="427719772"/>
                    </a:ext>
                  </a:extLst>
                </a:gridCol>
                <a:gridCol w="428743">
                  <a:extLst>
                    <a:ext uri="{9D8B030D-6E8A-4147-A177-3AD203B41FA5}">
                      <a16:colId xmlns:a16="http://schemas.microsoft.com/office/drawing/2014/main" val="2483170275"/>
                    </a:ext>
                  </a:extLst>
                </a:gridCol>
                <a:gridCol w="428743">
                  <a:extLst>
                    <a:ext uri="{9D8B030D-6E8A-4147-A177-3AD203B41FA5}">
                      <a16:colId xmlns:a16="http://schemas.microsoft.com/office/drawing/2014/main" val="548141072"/>
                    </a:ext>
                  </a:extLst>
                </a:gridCol>
                <a:gridCol w="397372">
                  <a:extLst>
                    <a:ext uri="{9D8B030D-6E8A-4147-A177-3AD203B41FA5}">
                      <a16:colId xmlns:a16="http://schemas.microsoft.com/office/drawing/2014/main" val="2557551466"/>
                    </a:ext>
                  </a:extLst>
                </a:gridCol>
                <a:gridCol w="397372">
                  <a:extLst>
                    <a:ext uri="{9D8B030D-6E8A-4147-A177-3AD203B41FA5}">
                      <a16:colId xmlns:a16="http://schemas.microsoft.com/office/drawing/2014/main" val="3290426858"/>
                    </a:ext>
                  </a:extLst>
                </a:gridCol>
                <a:gridCol w="397372">
                  <a:extLst>
                    <a:ext uri="{9D8B030D-6E8A-4147-A177-3AD203B41FA5}">
                      <a16:colId xmlns:a16="http://schemas.microsoft.com/office/drawing/2014/main" val="3500767492"/>
                    </a:ext>
                  </a:extLst>
                </a:gridCol>
                <a:gridCol w="669258">
                  <a:extLst>
                    <a:ext uri="{9D8B030D-6E8A-4147-A177-3AD203B41FA5}">
                      <a16:colId xmlns:a16="http://schemas.microsoft.com/office/drawing/2014/main" val="6361480"/>
                    </a:ext>
                  </a:extLst>
                </a:gridCol>
                <a:gridCol w="669258">
                  <a:extLst>
                    <a:ext uri="{9D8B030D-6E8A-4147-A177-3AD203B41FA5}">
                      <a16:colId xmlns:a16="http://schemas.microsoft.com/office/drawing/2014/main" val="738153220"/>
                    </a:ext>
                  </a:extLst>
                </a:gridCol>
                <a:gridCol w="815659">
                  <a:extLst>
                    <a:ext uri="{9D8B030D-6E8A-4147-A177-3AD203B41FA5}">
                      <a16:colId xmlns:a16="http://schemas.microsoft.com/office/drawing/2014/main" val="4157764708"/>
                    </a:ext>
                  </a:extLst>
                </a:gridCol>
                <a:gridCol w="669258">
                  <a:extLst>
                    <a:ext uri="{9D8B030D-6E8A-4147-A177-3AD203B41FA5}">
                      <a16:colId xmlns:a16="http://schemas.microsoft.com/office/drawing/2014/main" val="1833939535"/>
                    </a:ext>
                  </a:extLst>
                </a:gridCol>
                <a:gridCol w="1192116">
                  <a:extLst>
                    <a:ext uri="{9D8B030D-6E8A-4147-A177-3AD203B41FA5}">
                      <a16:colId xmlns:a16="http://schemas.microsoft.com/office/drawing/2014/main" val="3519532797"/>
                    </a:ext>
                  </a:extLst>
                </a:gridCol>
                <a:gridCol w="773830">
                  <a:extLst>
                    <a:ext uri="{9D8B030D-6E8A-4147-A177-3AD203B41FA5}">
                      <a16:colId xmlns:a16="http://schemas.microsoft.com/office/drawing/2014/main" val="1300238645"/>
                    </a:ext>
                  </a:extLst>
                </a:gridCol>
                <a:gridCol w="794744">
                  <a:extLst>
                    <a:ext uri="{9D8B030D-6E8A-4147-A177-3AD203B41FA5}">
                      <a16:colId xmlns:a16="http://schemas.microsoft.com/office/drawing/2014/main" val="3168660408"/>
                    </a:ext>
                  </a:extLst>
                </a:gridCol>
                <a:gridCol w="669258">
                  <a:extLst>
                    <a:ext uri="{9D8B030D-6E8A-4147-A177-3AD203B41FA5}">
                      <a16:colId xmlns:a16="http://schemas.microsoft.com/office/drawing/2014/main" val="3902909208"/>
                    </a:ext>
                  </a:extLst>
                </a:gridCol>
                <a:gridCol w="669258">
                  <a:extLst>
                    <a:ext uri="{9D8B030D-6E8A-4147-A177-3AD203B41FA5}">
                      <a16:colId xmlns:a16="http://schemas.microsoft.com/office/drawing/2014/main" val="7155882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Name :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77918"/>
                  </a:ext>
                </a:extLst>
              </a:tr>
              <a:tr h="144068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Setup Corner :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Hold Corner :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036195"/>
                  </a:ext>
                </a:extLst>
              </a:tr>
              <a:tr h="13189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Setup R2R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Hold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 Setup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Design Stats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 Stats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Routability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Stats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07211"/>
                  </a:ext>
                </a:extLst>
              </a:tr>
              <a:tr h="1532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Node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Std. Count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Std. Area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Holdbuf.cnt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 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 Buf/Inv/Cgc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Congestion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DRC/Shorts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Lkg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Time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1218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6974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6711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placeOpt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3110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4181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ctsOpt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9602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982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routeOpt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9759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reRoute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62479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EEA0AA-6154-4C00-8469-7B76D5F3F0EB}"/>
              </a:ext>
            </a:extLst>
          </p:cNvPr>
          <p:cNvSpPr txBox="1"/>
          <p:nvPr/>
        </p:nvSpPr>
        <p:spPr>
          <a:xfrm>
            <a:off x="312139" y="3141623"/>
            <a:ext cx="6554249" cy="36009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Summary 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Issues 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Jira Tickets: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297A-1598-EA64-DFD2-314A6A1BCB96}"/>
              </a:ext>
            </a:extLst>
          </p:cNvPr>
          <p:cNvSpPr/>
          <p:nvPr/>
        </p:nvSpPr>
        <p:spPr>
          <a:xfrm>
            <a:off x="7070508" y="3141624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Floorplan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C4BE9-DB87-B8A2-0040-19376A00B367}"/>
              </a:ext>
            </a:extLst>
          </p:cNvPr>
          <p:cNvSpPr/>
          <p:nvPr/>
        </p:nvSpPr>
        <p:spPr>
          <a:xfrm>
            <a:off x="9571832" y="3141623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Cell Density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80B83-FA5F-7144-206C-3DBBE465C891}"/>
              </a:ext>
            </a:extLst>
          </p:cNvPr>
          <p:cNvSpPr/>
          <p:nvPr/>
        </p:nvSpPr>
        <p:spPr>
          <a:xfrm>
            <a:off x="7066314" y="5012456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Congestion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7FAA3-B11C-B0C2-3F55-4B36F107AA41}"/>
              </a:ext>
            </a:extLst>
          </p:cNvPr>
          <p:cNvSpPr/>
          <p:nvPr/>
        </p:nvSpPr>
        <p:spPr>
          <a:xfrm>
            <a:off x="9567638" y="5012455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DRC Image (if Route is not ran </a:t>
            </a:r>
            <a:r>
              <a:rPr lang="en-US" dirty="0" err="1"/>
              <a:t>ctsOpt</a:t>
            </a:r>
            <a:r>
              <a:rPr lang="en-US" dirty="0"/>
              <a:t> Congestion map)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A1D23-F504-7287-9CC7-BCD9DA6E34EB}"/>
              </a:ext>
            </a:extLst>
          </p:cNvPr>
          <p:cNvSpPr txBox="1"/>
          <p:nvPr/>
        </p:nvSpPr>
        <p:spPr>
          <a:xfrm>
            <a:off x="205530" y="218114"/>
            <a:ext cx="62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: &lt;Run Name&gt; Summary :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0C8F5EF-94E5-0D5C-DA60-689222534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466406"/>
              </p:ext>
            </p:extLst>
          </p:nvPr>
        </p:nvGraphicFramePr>
        <p:xfrm>
          <a:off x="8585782" y="77542"/>
          <a:ext cx="3355946" cy="786522"/>
        </p:xfrm>
        <a:graphic>
          <a:graphicData uri="http://schemas.openxmlformats.org/drawingml/2006/table">
            <a:tbl>
              <a:tblPr/>
              <a:tblGrid>
                <a:gridCol w="1241427">
                  <a:extLst>
                    <a:ext uri="{9D8B030D-6E8A-4147-A177-3AD203B41FA5}">
                      <a16:colId xmlns:a16="http://schemas.microsoft.com/office/drawing/2014/main" val="371715871"/>
                    </a:ext>
                  </a:extLst>
                </a:gridCol>
                <a:gridCol w="2114519">
                  <a:extLst>
                    <a:ext uri="{9D8B030D-6E8A-4147-A177-3AD203B41FA5}">
                      <a16:colId xmlns:a16="http://schemas.microsoft.com/office/drawing/2014/main" val="512052553"/>
                    </a:ext>
                  </a:extLst>
                </a:gridCol>
              </a:tblGrid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Name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18645"/>
                  </a:ext>
                </a:extLst>
              </a:tr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 Owner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631396"/>
                  </a:ext>
                </a:extLst>
              </a:tr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Netlist Release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5085"/>
                  </a:ext>
                </a:extLst>
              </a:tr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Floorplan Release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06886"/>
                  </a:ext>
                </a:extLst>
              </a:tr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Tool Version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37458"/>
                  </a:ext>
                </a:extLst>
              </a:tr>
              <a:tr h="131087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TileBuilder Version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210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39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EEA0AA-6154-4C00-8469-7B76D5F3F0EB}"/>
              </a:ext>
            </a:extLst>
          </p:cNvPr>
          <p:cNvSpPr txBox="1"/>
          <p:nvPr/>
        </p:nvSpPr>
        <p:spPr>
          <a:xfrm>
            <a:off x="384825" y="771733"/>
            <a:ext cx="6554249" cy="6001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QOR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297A-1598-EA64-DFD2-314A6A1BCB96}"/>
              </a:ext>
            </a:extLst>
          </p:cNvPr>
          <p:cNvSpPr/>
          <p:nvPr/>
        </p:nvSpPr>
        <p:spPr>
          <a:xfrm>
            <a:off x="7070508" y="3141624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 Placement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C4BE9-DB87-B8A2-0040-19376A00B367}"/>
              </a:ext>
            </a:extLst>
          </p:cNvPr>
          <p:cNvSpPr/>
          <p:nvPr/>
        </p:nvSpPr>
        <p:spPr>
          <a:xfrm>
            <a:off x="9571832" y="3141623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Cell Density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80B83-FA5F-7144-206C-3DBBE465C891}"/>
              </a:ext>
            </a:extLst>
          </p:cNvPr>
          <p:cNvSpPr/>
          <p:nvPr/>
        </p:nvSpPr>
        <p:spPr>
          <a:xfrm>
            <a:off x="7066314" y="5012456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Congestion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7FAA3-B11C-B0C2-3F55-4B36F107AA41}"/>
              </a:ext>
            </a:extLst>
          </p:cNvPr>
          <p:cNvSpPr/>
          <p:nvPr/>
        </p:nvSpPr>
        <p:spPr>
          <a:xfrm>
            <a:off x="9567638" y="5012455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 Pin Density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A1D23-F504-7287-9CC7-BCD9DA6E34EB}"/>
              </a:ext>
            </a:extLst>
          </p:cNvPr>
          <p:cNvSpPr txBox="1"/>
          <p:nvPr/>
        </p:nvSpPr>
        <p:spPr>
          <a:xfrm>
            <a:off x="205530" y="218114"/>
            <a:ext cx="62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7F6F6-C4D6-6392-2A58-C8F90195C435}"/>
              </a:ext>
            </a:extLst>
          </p:cNvPr>
          <p:cNvSpPr txBox="1"/>
          <p:nvPr/>
        </p:nvSpPr>
        <p:spPr>
          <a:xfrm>
            <a:off x="7066314" y="771733"/>
            <a:ext cx="487121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Summary: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102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EEA0AA-6154-4C00-8469-7B76D5F3F0EB}"/>
              </a:ext>
            </a:extLst>
          </p:cNvPr>
          <p:cNvSpPr txBox="1"/>
          <p:nvPr/>
        </p:nvSpPr>
        <p:spPr>
          <a:xfrm>
            <a:off x="384825" y="771733"/>
            <a:ext cx="6554249" cy="6001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QOR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A1D23-F504-7287-9CC7-BCD9DA6E34EB}"/>
              </a:ext>
            </a:extLst>
          </p:cNvPr>
          <p:cNvSpPr txBox="1"/>
          <p:nvPr/>
        </p:nvSpPr>
        <p:spPr>
          <a:xfrm>
            <a:off x="205530" y="218114"/>
            <a:ext cx="62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CTS: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7F6F6-C4D6-6392-2A58-C8F90195C435}"/>
              </a:ext>
            </a:extLst>
          </p:cNvPr>
          <p:cNvSpPr txBox="1"/>
          <p:nvPr/>
        </p:nvSpPr>
        <p:spPr>
          <a:xfrm>
            <a:off x="7066314" y="771733"/>
            <a:ext cx="487121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Summary: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B2919A-090F-089E-5FB8-05F2C3B3C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555802"/>
              </p:ext>
            </p:extLst>
          </p:nvPr>
        </p:nvGraphicFramePr>
        <p:xfrm>
          <a:off x="7066313" y="3192048"/>
          <a:ext cx="4871214" cy="3581336"/>
        </p:xfrm>
        <a:graphic>
          <a:graphicData uri="http://schemas.openxmlformats.org/drawingml/2006/table">
            <a:tbl>
              <a:tblPr/>
              <a:tblGrid>
                <a:gridCol w="3048338">
                  <a:extLst>
                    <a:ext uri="{9D8B030D-6E8A-4147-A177-3AD203B41FA5}">
                      <a16:colId xmlns:a16="http://schemas.microsoft.com/office/drawing/2014/main" val="2844158646"/>
                    </a:ext>
                  </a:extLst>
                </a:gridCol>
                <a:gridCol w="903779">
                  <a:extLst>
                    <a:ext uri="{9D8B030D-6E8A-4147-A177-3AD203B41FA5}">
                      <a16:colId xmlns:a16="http://schemas.microsoft.com/office/drawing/2014/main" val="225026639"/>
                    </a:ext>
                  </a:extLst>
                </a:gridCol>
                <a:gridCol w="919097">
                  <a:extLst>
                    <a:ext uri="{9D8B030D-6E8A-4147-A177-3AD203B41FA5}">
                      <a16:colId xmlns:a16="http://schemas.microsoft.com/office/drawing/2014/main" val="1349867536"/>
                    </a:ext>
                  </a:extLst>
                </a:gridCol>
              </a:tblGrid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 Name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 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Global Skew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63864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928568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192796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150455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487146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619000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166571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106483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165728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42108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113680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013864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164643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599107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557391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559133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683188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089455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4382829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98801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769202"/>
                  </a:ext>
                </a:extLst>
              </a:tr>
              <a:tr h="16278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25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62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EEA0AA-6154-4C00-8469-7B76D5F3F0EB}"/>
              </a:ext>
            </a:extLst>
          </p:cNvPr>
          <p:cNvSpPr txBox="1"/>
          <p:nvPr/>
        </p:nvSpPr>
        <p:spPr>
          <a:xfrm>
            <a:off x="384825" y="771733"/>
            <a:ext cx="6554249" cy="6001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QOR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297A-1598-EA64-DFD2-314A6A1BCB96}"/>
              </a:ext>
            </a:extLst>
          </p:cNvPr>
          <p:cNvSpPr/>
          <p:nvPr/>
        </p:nvSpPr>
        <p:spPr>
          <a:xfrm>
            <a:off x="7070508" y="3141624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Hold cells placement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C4BE9-DB87-B8A2-0040-19376A00B367}"/>
              </a:ext>
            </a:extLst>
          </p:cNvPr>
          <p:cNvSpPr/>
          <p:nvPr/>
        </p:nvSpPr>
        <p:spPr>
          <a:xfrm>
            <a:off x="9571832" y="3141623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CTS Cell Density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80B83-FA5F-7144-206C-3DBBE465C891}"/>
              </a:ext>
            </a:extLst>
          </p:cNvPr>
          <p:cNvSpPr/>
          <p:nvPr/>
        </p:nvSpPr>
        <p:spPr>
          <a:xfrm>
            <a:off x="7066314" y="5012456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CTS Congestion Image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7FAA3-B11C-B0C2-3F55-4B36F107AA41}"/>
              </a:ext>
            </a:extLst>
          </p:cNvPr>
          <p:cNvSpPr/>
          <p:nvPr/>
        </p:nvSpPr>
        <p:spPr>
          <a:xfrm>
            <a:off x="9567638" y="5012455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CTS Pin Density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A1D23-F504-7287-9CC7-BCD9DA6E34EB}"/>
              </a:ext>
            </a:extLst>
          </p:cNvPr>
          <p:cNvSpPr txBox="1"/>
          <p:nvPr/>
        </p:nvSpPr>
        <p:spPr>
          <a:xfrm>
            <a:off x="205530" y="218114"/>
            <a:ext cx="62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ctsOpt</a:t>
            </a:r>
            <a:r>
              <a:rPr lang="en-US" dirty="0"/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7F6F6-C4D6-6392-2A58-C8F90195C435}"/>
              </a:ext>
            </a:extLst>
          </p:cNvPr>
          <p:cNvSpPr txBox="1"/>
          <p:nvPr/>
        </p:nvSpPr>
        <p:spPr>
          <a:xfrm>
            <a:off x="7066314" y="771733"/>
            <a:ext cx="487121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Summary: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989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EEA0AA-6154-4C00-8469-7B76D5F3F0EB}"/>
              </a:ext>
            </a:extLst>
          </p:cNvPr>
          <p:cNvSpPr txBox="1"/>
          <p:nvPr/>
        </p:nvSpPr>
        <p:spPr>
          <a:xfrm>
            <a:off x="384825" y="771733"/>
            <a:ext cx="6554249" cy="60016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Timing QOR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C2297A-1598-EA64-DFD2-314A6A1BCB96}"/>
              </a:ext>
            </a:extLst>
          </p:cNvPr>
          <p:cNvSpPr/>
          <p:nvPr/>
        </p:nvSpPr>
        <p:spPr>
          <a:xfrm>
            <a:off x="7070508" y="3141624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DRC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C4BE9-DB87-B8A2-0040-19376A00B367}"/>
              </a:ext>
            </a:extLst>
          </p:cNvPr>
          <p:cNvSpPr/>
          <p:nvPr/>
        </p:nvSpPr>
        <p:spPr>
          <a:xfrm>
            <a:off x="9571832" y="3141623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Shorts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80B83-FA5F-7144-206C-3DBBE465C891}"/>
              </a:ext>
            </a:extLst>
          </p:cNvPr>
          <p:cNvSpPr/>
          <p:nvPr/>
        </p:nvSpPr>
        <p:spPr>
          <a:xfrm>
            <a:off x="7066314" y="5012456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Cell Density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7FAA3-B11C-B0C2-3F55-4B36F107AA41}"/>
              </a:ext>
            </a:extLst>
          </p:cNvPr>
          <p:cNvSpPr/>
          <p:nvPr/>
        </p:nvSpPr>
        <p:spPr>
          <a:xfrm>
            <a:off x="9567638" y="5012455"/>
            <a:ext cx="2369890" cy="1753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Pin Density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A1D23-F504-7287-9CC7-BCD9DA6E34EB}"/>
              </a:ext>
            </a:extLst>
          </p:cNvPr>
          <p:cNvSpPr txBox="1"/>
          <p:nvPr/>
        </p:nvSpPr>
        <p:spPr>
          <a:xfrm>
            <a:off x="205530" y="218114"/>
            <a:ext cx="621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routeOpt</a:t>
            </a:r>
            <a:r>
              <a:rPr lang="en-US" dirty="0"/>
              <a:t>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7F6F6-C4D6-6392-2A58-C8F90195C435}"/>
              </a:ext>
            </a:extLst>
          </p:cNvPr>
          <p:cNvSpPr txBox="1"/>
          <p:nvPr/>
        </p:nvSpPr>
        <p:spPr>
          <a:xfrm>
            <a:off x="7066314" y="771733"/>
            <a:ext cx="4871214" cy="23083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Summary: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780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2865</TotalTime>
  <Words>396</Words>
  <Application>Microsoft Office PowerPoint</Application>
  <PresentationFormat>Widescreen</PresentationFormat>
  <Paragraphs>461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Varun Merugu</dc:creator>
  <cp:lastModifiedBy>Varun Merugu</cp:lastModifiedBy>
  <cp:revision>2</cp:revision>
  <dcterms:created xsi:type="dcterms:W3CDTF">2023-03-11T04:31:02Z</dcterms:created>
  <dcterms:modified xsi:type="dcterms:W3CDTF">2023-03-13T04:25:45Z</dcterms:modified>
</cp:coreProperties>
</file>